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3152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7432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5720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82296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73152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7432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64008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411480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57200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438912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466344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28600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2743200"/>
            <a:ext cx="73152" cy="73152"/>
          </a:xfrm>
          <a:prstGeom prst="ellipse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09728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109728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109728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146304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1828800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1280160"/>
            <a:ext cx="694944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Snake Game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09728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Logisim Evolution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3108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Logic Design Project  |  June 2026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420624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  ·  ALU  ·  MUX  ·  Control  ·  Display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 runs entirely in hardware — no software, no CPU.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Logic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4688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gates, flip-flops, MUXes, and adders in Logisim.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pixels on a dark grid display the snake and food.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(↑↓←→)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828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005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828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005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1828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828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10058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54480" y="2103120"/>
            <a:ext cx="3657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2103120"/>
            <a:ext cx="3657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103120"/>
            <a:ext cx="4572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2103120"/>
            <a:ext cx="4572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1280160"/>
            <a:ext cx="3657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1280160"/>
            <a:ext cx="36576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280160"/>
            <a:ext cx="4572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1280160"/>
            <a:ext cx="45720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743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JMPZ  ·  BPNT  ·  STORE  ·  HALT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2514600"/>
            <a:ext cx="8778240" cy="164592"/>
          </a:xfrm>
          <a:prstGeom prst="rect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249631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7-bit Data Bus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1089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drives ROM → decoder feeds ALU &amp; MUXes each clock cycle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file holds snake position, direction, length, and score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 network routes data based on current opcode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Set &amp; ROM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Opcodes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3840480" cy="219456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Opcode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Mnemonic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Action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NOP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No operation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001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STORE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Write position to display RAM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010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JMPZ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Jump if zero flag set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011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BPNT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Branch on food detection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100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HALT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Freeze PC on game over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 Contents (from simulation)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4023360" cy="219456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Addr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Hex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Meaning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080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0bc7c01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Game loop branch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081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0440056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Position increment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082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0000000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NOP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083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0000000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Halt state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74904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Instruction width: 7 bits  |  Address space: 0x00 – 0x7F (128 locations)  |  c_in / c_out carry registers feed ALU branch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Map &amp; Registers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RAM (observed)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4114800" cy="201168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Addr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X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Y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Note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00F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Snake head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002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00F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Segment 1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004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00F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001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Segment 2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006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000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Tail/empty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File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114800" cy="246888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</a:tblGrid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Reg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Purpose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R0 (X)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Head X position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R1 (Y)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Head Y position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R2 (DIR)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Direction (2-bit)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R3 (LEN)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Snake length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R4/R5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Food X, Y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R6 (SCR)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Score counter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R7 (FLG)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Z, C, HALT, FOOD</a:t>
                      </a:r>
                      <a:endParaRPr lang="en-US" sz="11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429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encoding: 00=UP  01=DOWN  10=LEFT  11=RIGHT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74320" y="384048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EAF4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 sel bus selects which register feeds the ALU; str/ld/clr control lines manage RAM access per instruction.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3936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5104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6272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8608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79776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0944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100584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72768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3936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76272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8608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79776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80944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82112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20700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9264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0432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72768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73936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75104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76272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77440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78608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79776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80944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82112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83280" y="140817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8096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9264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0432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71600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72768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73936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75104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76272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77440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78608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79776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80944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82112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83280" y="160934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8096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70432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71600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72768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73936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975104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76272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77440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578608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79776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80944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82112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83280" y="181051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5760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6928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8096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9264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70432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371600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572768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73936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975104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76272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77440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578608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79776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80944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182112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83280" y="201168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5760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66928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68096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69264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70432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371600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572768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773936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975104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176272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377440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78608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779776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980944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182112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83280" y="221284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5760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66928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8096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9264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70432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371600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572768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773936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975104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176272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377440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578608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779776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980944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182112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383280" y="241401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65760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66928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68096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69264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70432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71600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572768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73936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975104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176272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77440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578608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79776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980944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182112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383280" y="261518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65760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66928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68096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69264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170432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371600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572768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773936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975104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176272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377440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578608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779776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980944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182112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383280" y="281635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65760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66928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68096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69264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70432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371600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572768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773936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975104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176272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377440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578608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980944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182112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383280" y="301752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65760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66928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68096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69264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70432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371600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572768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773936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975104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176272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377440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578608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779776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980944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182112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383280" y="3218688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65760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66928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8096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69264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170432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371600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572768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773936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975104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176272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377440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578608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779776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980944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182112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383280" y="3419856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65760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66928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68096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69264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70432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371600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572768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773936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975104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176272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2377440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2578608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779776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2980944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182112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383280" y="3621024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65760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566928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68096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69264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70432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371600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572768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773936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975104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176272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377440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578608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779776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980944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182112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383280" y="3822192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65760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66928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68096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69264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70432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371600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572768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773936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975104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2176272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377440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2578608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779776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2980944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182112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383280" y="4023360"/>
            <a:ext cx="192024" cy="192024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73836" y="2418588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175004" y="2418588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376172" y="2418588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376172" y="2619756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376172" y="2820924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376172" y="3022092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577340" y="3022092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778508" y="3022092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778508" y="2820924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778508" y="2619756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778508" y="2418588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778508" y="2217420"/>
            <a:ext cx="187452" cy="187452"/>
          </a:xfrm>
          <a:prstGeom prst="roundRect">
            <a:avLst>
              <a:gd name="adj" fmla="val 9756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979676" y="2217420"/>
            <a:ext cx="187452" cy="187452"/>
          </a:xfrm>
          <a:prstGeom prst="roundRect">
            <a:avLst>
              <a:gd name="adj" fmla="val 9756"/>
            </a:avLst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583180" y="1815084"/>
            <a:ext cx="187452" cy="187452"/>
          </a:xfrm>
          <a:prstGeom prst="ellipse">
            <a:avLst/>
          </a:prstGeom>
          <a:solidFill>
            <a:srgbClr val="FF4444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365760" y="431596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SCORE: 003</a:t>
            </a:r>
            <a:endParaRPr lang="en-US" sz="1100" dirty="0"/>
          </a:p>
        </p:txBody>
      </p:sp>
      <p:sp>
        <p:nvSpPr>
          <p:cNvPr id="275" name="Text 273"/>
          <p:cNvSpPr/>
          <p:nvPr/>
        </p:nvSpPr>
        <p:spPr>
          <a:xfrm>
            <a:off x="3904488" y="1005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76" name="Shape 274"/>
          <p:cNvSpPr/>
          <p:nvPr/>
        </p:nvSpPr>
        <p:spPr>
          <a:xfrm>
            <a:off x="3904488" y="150876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3995928" y="15361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🟩 Display RAM</a:t>
            </a:r>
            <a:endParaRPr lang="en-US" sz="1100" dirty="0"/>
          </a:p>
        </p:txBody>
      </p:sp>
      <p:sp>
        <p:nvSpPr>
          <p:cNvPr id="278" name="Text 276"/>
          <p:cNvSpPr/>
          <p:nvPr/>
        </p:nvSpPr>
        <p:spPr>
          <a:xfrm>
            <a:off x="3995928" y="1764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1-bit per pixel cell — 1=lit, 0=dark</a:t>
            </a:r>
            <a:endParaRPr lang="en-US" sz="950" dirty="0"/>
          </a:p>
        </p:txBody>
      </p:sp>
      <p:sp>
        <p:nvSpPr>
          <p:cNvPr id="279" name="Shape 277"/>
          <p:cNvSpPr/>
          <p:nvPr/>
        </p:nvSpPr>
        <p:spPr>
          <a:xfrm>
            <a:off x="3904488" y="214884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995928" y="21762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Write Port</a:t>
            </a:r>
            <a:endParaRPr lang="en-US" sz="1100" dirty="0"/>
          </a:p>
        </p:txBody>
      </p:sp>
      <p:sp>
        <p:nvSpPr>
          <p:cNvPr id="281" name="Text 279"/>
          <p:cNvSpPr/>
          <p:nvPr/>
        </p:nvSpPr>
        <p:spPr>
          <a:xfrm>
            <a:off x="3995928" y="2404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writes snake positions each tick</a:t>
            </a:r>
            <a:endParaRPr lang="en-US" sz="950" dirty="0"/>
          </a:p>
        </p:txBody>
      </p:sp>
      <p:sp>
        <p:nvSpPr>
          <p:cNvPr id="282" name="Shape 280"/>
          <p:cNvSpPr/>
          <p:nvPr/>
        </p:nvSpPr>
        <p:spPr>
          <a:xfrm>
            <a:off x="3904488" y="278892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3995928" y="2816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Read/Scan</a:t>
            </a:r>
            <a:endParaRPr lang="en-US" sz="1100" dirty="0"/>
          </a:p>
        </p:txBody>
      </p:sp>
      <p:sp>
        <p:nvSpPr>
          <p:cNvPr id="284" name="Text 282"/>
          <p:cNvSpPr/>
          <p:nvPr/>
        </p:nvSpPr>
        <p:spPr>
          <a:xfrm>
            <a:off x="3995928" y="3044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scans RAM to drive pixel output</a:t>
            </a:r>
            <a:endParaRPr lang="en-US" sz="950" dirty="0"/>
          </a:p>
        </p:txBody>
      </p:sp>
      <p:sp>
        <p:nvSpPr>
          <p:cNvPr id="285" name="Shape 283"/>
          <p:cNvSpPr/>
          <p:nvPr/>
        </p:nvSpPr>
        <p:spPr>
          <a:xfrm>
            <a:off x="3904488" y="342900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3995928" y="3456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D Flip-Flop</a:t>
            </a:r>
            <a:endParaRPr lang="en-US" sz="1100" dirty="0"/>
          </a:p>
        </p:txBody>
      </p:sp>
      <p:sp>
        <p:nvSpPr>
          <p:cNvPr id="287" name="Text 285"/>
          <p:cNvSpPr/>
          <p:nvPr/>
        </p:nvSpPr>
        <p:spPr>
          <a:xfrm>
            <a:off x="3995928" y="3685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Latches pixel value before output stage</a:t>
            </a:r>
            <a:endParaRPr lang="en-US" sz="950" dirty="0"/>
          </a:p>
        </p:txBody>
      </p:sp>
      <p:sp>
        <p:nvSpPr>
          <p:cNvPr id="288" name="Shape 286"/>
          <p:cNvSpPr/>
          <p:nvPr/>
        </p:nvSpPr>
        <p:spPr>
          <a:xfrm>
            <a:off x="3904488" y="406908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3995928" y="40965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Food Pixel</a:t>
            </a:r>
            <a:endParaRPr lang="en-US" sz="1100" dirty="0"/>
          </a:p>
        </p:txBody>
      </p:sp>
      <p:sp>
        <p:nvSpPr>
          <p:cNvPr id="290" name="Text 288"/>
          <p:cNvSpPr/>
          <p:nvPr/>
        </p:nvSpPr>
        <p:spPr>
          <a:xfrm>
            <a:off x="3995928" y="4325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by BPNT logic when food spawns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969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 body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buffer in RAM; tail pointer decremented each clock cycle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07899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969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Solution: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737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746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391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X,Y compared against every stored body segment address in ROM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85623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746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Solution: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514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523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synchronization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163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global clock; all flip-flops share one rising-edge trigger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263347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Solution: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291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05840" y="3300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debouncing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593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latch on each of the 4 directional buttons suppresses mechanical bounce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341071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300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Solution: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AF4FB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069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5840" y="4078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refresh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370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Dual-port RAM: CPU writes head position while display scans in parallel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418795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40782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Solution: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circuit blocks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86868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8×7b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file width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86868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 Words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capacity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868680"/>
            <a:ext cx="1965960" cy="128016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16×16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2084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grid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Behaviors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788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 initializes correctly at position (0x0F, 0x00) in position RAM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2644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2644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MUX sel signal correctly routes game state on each clock tick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73989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7398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 control freezes the PC reliably on game-over condition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78892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2788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input register captures ↑↓←→ on rising clock edge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2644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2644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pixel output updates each cycle with correct snake position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73989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7398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STORE, JMPZ, BPNT opcodes all decoded and executed correctly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91440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2801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6459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822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proves that a real-time interactive game can be built entirely from fundamental digital logic — no microcontroller, no software stack.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243B6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432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Instruction fetch-decode-execute cycle implemented in hardware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243B6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004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ROM-based control provides a flexible game loop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243B6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576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MUX network elegantly routes datapath signals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7315200" cy="384048"/>
          </a:xfrm>
          <a:prstGeom prst="roundRect">
            <a:avLst>
              <a:gd name="adj" fmla="val 14286"/>
            </a:avLst>
          </a:prstGeom>
          <a:solidFill>
            <a:srgbClr val="243B6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1148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Display RAM + D flip-flop chain drives pixel 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Larger display grid  ·  FPGA synthesis  ·  Score 7-segment display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Logisim Snake Game</dc:title>
  <dc:subject>PptxGenJS Presentation</dc:subject>
  <dc:creator>Digital Logic Design Project</dc:creator>
  <cp:lastModifiedBy>Digital Logic Design Project</cp:lastModifiedBy>
  <cp:revision>1</cp:revision>
  <dcterms:created xsi:type="dcterms:W3CDTF">2026-06-09T19:37:18Z</dcterms:created>
  <dcterms:modified xsi:type="dcterms:W3CDTF">2026-06-09T19:37:18Z</dcterms:modified>
</cp:coreProperties>
</file>